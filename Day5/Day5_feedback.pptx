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>
        <p:scale>
          <a:sx n="68" d="100"/>
          <a:sy n="68" d="100"/>
        </p:scale>
        <p:origin x="2824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1B0E-9247-DF9A-E2C6-5DD01741E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A4500-2361-9AFA-FC7B-DF8673AA7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61D6C-EB10-7D2D-D86E-FAC81692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085EA-78AD-F583-430B-9FF6CA5D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74052-325C-9D6A-4413-E81527C6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5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CA47-806A-138E-1498-019BE6F2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07CC-B214-DFBB-0F66-778AEAC79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F9A6-54E1-48AD-DFDF-49B082EE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B33E8-7307-19CE-0E2C-6733CE09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6226-C942-1049-E32F-F742DEDF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CBF5-6CAD-46EA-ADCD-C047DEFB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E3A1F-0E21-8797-E418-585AA916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05149-FEFA-135F-65D5-DF593514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24AC-B9C7-58F2-86D6-1281F2F9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35825-AE49-66F1-1008-F02F1053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8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6B25-83BF-2E21-B5D5-974EDA07E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9E7D-46CC-F375-1FF3-99357C362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6CEC0-6FFF-CE0D-6934-F11080212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CF58-4F5B-0B58-D7D3-F2D83074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303A-A456-38DB-AC38-A945C33C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67027-076E-09E6-AEB9-31318A0E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6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708B-3372-4BB5-45D2-98788B81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DEBB0-EE2E-F670-7C88-C5D866E9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98B38-2CF7-9376-7F3C-AD5E04D96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23392-785D-01C3-FBFE-716CA576C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1733C-D41C-9D41-9571-1A0BD6299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4A250-18C1-A486-836A-39B43F73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8488E-A8FA-0A9C-A959-E4D16108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81B0C-67AF-6FAE-7FC3-CE67ED9D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5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CEC-30B0-534B-09FE-2F059E81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AB6CA-E9CC-53EC-4E61-F31C4106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BBECA-1D18-AFE0-5D7A-65572A01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E794A-12A0-753F-F634-40A41277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3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4EA44-285E-A7EA-6B79-13917590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23EC0-CF91-E1E5-7B65-8FCB653F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34596-FE94-751D-B1D7-D4A397A0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3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74A2-6028-0B2A-6938-FEDB556B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AAFA-8E2C-C8C8-0F39-F98A90EAD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FAFDB-14C4-404D-468E-8309E8F8A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AEFD3-3D53-92BB-F45D-A49DFE70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029B8-172C-B090-9FA9-F5C8A75F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FF10F-380F-9C77-0730-B563C0FB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3856-CDE4-614E-2A9A-690EADE6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2CD55-7E24-4417-5243-1B3017B2D4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2E287-FC7E-5019-014B-D15201350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4E031-64E7-87A6-F1EF-55C3F3A4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D81F-65E9-ED8B-7509-12BDFD45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1F9EB-38FE-4063-15DC-D85D0F25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1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DA62-5670-9D7A-75CC-360FBA8B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3EC09-5EB9-7CFE-718C-5EC09B018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D642-B573-3EB0-7685-47C00AE0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87D1-A83B-246A-FD41-F5793EFD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871FF-1ACA-E3DF-3028-D3B6DC9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0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CC7E4-EB17-06E6-AE73-795063CF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FDD4F-239F-7D8D-AB91-54E7A0FF2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5A5B2-9884-FA99-C00D-6A7D872B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FAFB-43EE-3728-0EE1-1C6B2866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7D476-8D24-2F51-C0B6-094268B5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37240-CDCC-C25C-9E5E-53A4CAB7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F8AE5-407C-1AC4-C8B2-3E41B988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21CF6-5C35-1CD4-D5F0-1C8029503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EED83-9707-9C44-9EAC-71B990134797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A5BDA-441F-4199-CAB5-24D78345D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09C9-B4BA-46AC-B1D0-ACCCD542E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B7C4A-824A-9E47-AC36-F184AD33E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3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C15889-92E4-B607-FC8C-5535C0CA79B5}"/>
              </a:ext>
            </a:extLst>
          </p:cNvPr>
          <p:cNvSpPr txBox="1"/>
          <p:nvPr/>
        </p:nvSpPr>
        <p:spPr>
          <a:xfrm>
            <a:off x="4597997" y="3429000"/>
            <a:ext cx="5728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docs.google.com</a:t>
            </a:r>
            <a:r>
              <a:rPr lang="en-US" dirty="0"/>
              <a:t>/forms/d/1Aw4pPr0A_10hXwsW3mW31OLFWC5z33X7xWiftavmQ-U/</a:t>
            </a:r>
            <a:r>
              <a:rPr lang="en-US" dirty="0" err="1"/>
              <a:t>viewform?edit_requested</a:t>
            </a:r>
            <a:r>
              <a:rPr lang="en-US" dirty="0"/>
              <a:t>=true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D0617-757F-515F-FD86-0460639ED095}"/>
              </a:ext>
            </a:extLst>
          </p:cNvPr>
          <p:cNvSpPr txBox="1"/>
          <p:nvPr/>
        </p:nvSpPr>
        <p:spPr>
          <a:xfrm>
            <a:off x="817580" y="3429000"/>
            <a:ext cx="309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Feedback for funding agency: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812E70-ED33-18FA-4220-807642E496F2}"/>
              </a:ext>
            </a:extLst>
          </p:cNvPr>
          <p:cNvSpPr txBox="1"/>
          <p:nvPr/>
        </p:nvSpPr>
        <p:spPr>
          <a:xfrm>
            <a:off x="817580" y="1870934"/>
            <a:ext cx="310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Personal details for reporting: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772AB-F3AB-12A8-F76F-AA0AF28650BC}"/>
              </a:ext>
            </a:extLst>
          </p:cNvPr>
          <p:cNvSpPr txBox="1"/>
          <p:nvPr/>
        </p:nvSpPr>
        <p:spPr>
          <a:xfrm>
            <a:off x="4597997" y="1870934"/>
            <a:ext cx="5728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docs.google.com</a:t>
            </a:r>
            <a:r>
              <a:rPr lang="en-US" dirty="0"/>
              <a:t>/forms/d/e/1FAIpQLSdgjWezsQHD130au4jJwf8fpxaR8tqo4NNe_4PgBGUgk8mGCg/</a:t>
            </a:r>
            <a:r>
              <a:rPr lang="en-US" dirty="0" err="1"/>
              <a:t>viewform?usp</a:t>
            </a:r>
            <a:r>
              <a:rPr lang="en-US" dirty="0"/>
              <a:t>=header</a:t>
            </a:r>
          </a:p>
        </p:txBody>
      </p:sp>
    </p:spTree>
    <p:extLst>
      <p:ext uri="{BB962C8B-B14F-4D97-AF65-F5344CB8AC3E}">
        <p14:creationId xmlns:p14="http://schemas.microsoft.com/office/powerpoint/2010/main" val="224858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d4fd9c7-2e6c-4639-b2db-b3f6330421a3}" enabled="1" method="Privileged" siteId="{98ae7559-10dc-4288-8e2e-4593e62fe3e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Karagic, Nidal</dc:creator>
  <cp:lastModifiedBy>Karagic, Nidal</cp:lastModifiedBy>
  <cp:revision>2</cp:revision>
  <dcterms:created xsi:type="dcterms:W3CDTF">2026-10-15T11:25:56Z</dcterms:created>
  <dcterms:modified xsi:type="dcterms:W3CDTF">2026-10-15T12:08:28Z</dcterms:modified>
</cp:coreProperties>
</file>